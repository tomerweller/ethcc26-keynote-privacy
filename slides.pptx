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CPO at Stellar Development Foundation.
This talk is about why the crypto ecosystem has been building privacy wrong, and what it looks like to get it right -- especially for institutions.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Blockchain is the only financial system where every transaction is visible to everyone. Start with something relatable -- everyone in the room has a bank account. That privacy is taken for granted. The moment you move any of that on-chain, it's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individuals it's bad. For institutions it's existential. A competitor watching deposit flows in real time knows your vendors, your payroll schedule, when you're under pressure. This isn't hypothetical -- this is why institutions say they can't come on-chain.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direct quote from a major global bank. They weren't talking about customer data. They were talking about their own competitive intelligence. The gap isn't regulatory -- it's technical. Once data is broadcast on a transparent ledger, it cannot be re-privatized.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crypto ecosystem's approach to privacy was shaped by cypherpunk ideology -- the belief that privacy means hiding everything from everyone. That gave us mixers, shielded chains, fully private L1s. All designed around "reveal nothing to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mismatch. Cypherpunk privacy is about hiding from authority. Institutional privacy is about hiding from competitors while remaining fully accountable to regulators. These are fundamentally different requirements, and we built for the wrong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clearly. Nobody is saying privacy is bad. The mistake is framing it as all-or-nothing, as a philosophical stance rather than a practical engineering problem with many valid configurations.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so if all-or-nothing is wrong, what does the right model look like? It starts with recognizing that privacy is not a single feature. It's a multi-dimensional design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axes of variation. Jurisdictions: GDPR vs US frameworks vs MAS in Singapore -- completely different requirements. Use cases: payroll privacy is nothing like trading privacy. Technology: each primitive (ZK, FHE, MPC, TEEs) can hide different things with different trust assumptions and performance profiles.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right question isn't "private or public?" -- it's "private from whom?" Pre-trade privacy but post-settlement transparency. Counterparty-visible but public-hidden. Regulator-accessible but competitor-blind. These are all valid points on the spectrum.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happens when you don't design for the spectrum? You end up at one of two dead ends. Neither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dead end: total privacy. Fully shielded chains give you opacity but you lose everything that makes blockchain valuable. You can't compose with DeFi. You can't audit. You can't comply with any regulatory framework. The transparent ledger -- the thing that makes blockchain trustworthy -- is gone. You've broken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dead end: give up on public chains entirely. Institutions retreat to permissioned databases or private ledgers. You get privacy and compliance, but you lose neutrality, composability, shared settlement, open access. You're back to the old system with extra steps. You've abandoned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Let this land. Both extremes fail. We need a third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path. Not a compromise -- a clear architectural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The base layer stays fully transparent -- that's the feature, that's what gives blockchain its integrity. Privacy is built on top, at the application layer. It's opt-in. It's configurable. You choose what to reveal and what to hide, based on your jurisdiction, your use case, and your risk profile. The base layer doesn't need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Stellar's X-Ray upgrade (Protocol 25) is an example of this approach. It adds BN254 elliptic curves and Poseidon hashing natively to the protocol -- these are foundational ZK primitives that let application developers build configurable privacy without compromising the transparency of the base chain. The base stays open. The applications choose their privacy posture.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get concrete. When we talk about privacy on payments, there are actually two different families of protocols, and they do fundamentally different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Confidential tokens hide the what -- amounts and balances are concealed, but the sender and receiver are still visible on-chain. You know who's transacting, you just can't see how much. This is the right tool for institutions making payments where the counterparty relationship is already known or acceptable, but the amounts are sensitive. Think treasury operations, supplier payments, payroll.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Privacy pools hide the who. Funds are mixed so the sender's identity is obscured. This provides anonymity, not just confidentiality. The use case is consumer payments where the individual shouldn't be identifiable. But the tradeoff is real: mixing means legitimate funds can be commingled with illicit funds. This is the core tension that compliance tooling needs to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 from this section: confidentiality and anonymity are separate properties. They're not competing approaches -- they're different tools for different points on the spectrum. Some use cases need one, some need both, some need neither. This is what "design for the spectrum" means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how do you make any of this work for regulated institutions? The asterisk on "compliance" is deliberate. Regulators haven't told us what compliance looks like for on-chain privacy. There's no playbook. So what we're presenting here is an approximation -- the set of administrative controls we believe are necessary, built proactively, before the rules are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Selective disclosure via view keys: the user chooses to open the window. They reveal specific transaction details to specific parties -- a regulator, an auditor, a counterparty. The user is in control. Non-selective disclosure via auditor keys: a designated authority -- an issuer, a regulator -- holds a key that can view all transactions within a scope. The user doesn't choose. The visibility is built into the system from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Association sets define the privacy perimeter -- who can transact privately together. Think of it as a private booth at a restaurant. Inside the booth, transactions are private. Outside, everything is transparent. This bounds the risk. Forced transparent withdrawals mean that when assets leave the private context, the exit is fully visible. You can operate privately within the set, but re-entering the public chain is transparent. This prevents private pools from becoming black holes.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Clawback. Yes, this is controversial in crypto. Deliberately so. In regulated finance, the ability to reverse or freeze transactions isn't optional -- it's a legal requirement. For privacy protocols to serve institutions, they need to support administrative actions like clawback, even if that challenges crypto's core ethos. We can have the philosophical debate, but ignoring this requirement doesn't make it disappear. It just means institutions won't adopt on-chain privacy. We're choosing to tackle it head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framing: these are dials, not switches. You don't pick one -- you compose a combination that fits your jurisdiction, your use case, your risk profile. A stablecoin issuer in the EU will turn different dials than a DeFi protocol in Singapore. That's the point. The menu lets you build the compliance posture you need, not the one someone else decided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of the full arc. Hit each point briefly -- the audience has heard the detail, this is just anchoring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strong. The regulators haven't written the rules. But we don't need to wait. We can build the toolkit -- configurable, compliance-ready, open by default -- so that when the rules come, the infrastructure is already there. Privacy that works with the chain, not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Privacy That Doesn't Break the Chain</dc:title>
  <dc:subject>PptxGenJS Presentation</dc:subject>
  <dc:creator>Created by Marp</dc:creator>
  <cp:lastModifiedBy>Created by Marp</cp:lastModifiedBy>
  <cp:revision>1</cp:revision>
  <dcterms:created xsi:type="dcterms:W3CDTF">2026-03-28T18:34:39Z</dcterms:created>
  <dcterms:modified xsi:type="dcterms:W3CDTF">2026-03-28T18:34:39Z</dcterms:modified>
</cp:coreProperties>
</file>